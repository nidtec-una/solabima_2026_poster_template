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43"/>
    <p:restoredTop sz="94681"/>
  </p:normalViewPr>
  <p:slideViewPr>
    <p:cSldViewPr snapToGrid="0" snapToObjects="1">
      <p:cViewPr>
        <p:scale>
          <a:sx n="37" d="100"/>
          <a:sy n="37" d="100"/>
        </p:scale>
        <p:origin x="14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19006" y="1415981"/>
            <a:ext cx="20437199" cy="24400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TÍTULO DEL TRABAJO EN</a:t>
            </a:r>
            <a:endParaRPr lang="en-US" sz="7200" b="1" dirty="0">
              <a:solidFill>
                <a:srgbClr val="1C6EA8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MAYÚSCULAS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19006" y="4129530"/>
            <a:ext cx="20437199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 dirty="0" err="1">
                <a:solidFill>
                  <a:srgbClr val="C2661F"/>
                </a:solidFill>
                <a:latin typeface="Arial"/>
              </a:rPr>
              <a:t>Subtítulo</a:t>
            </a:r>
            <a:r>
              <a:rPr sz="4000" b="1" i="0" dirty="0">
                <a:solidFill>
                  <a:srgbClr val="C2661F"/>
                </a:solidFill>
                <a:latin typeface="Arial"/>
              </a:rPr>
              <a:t> </a:t>
            </a:r>
            <a:r>
              <a:rPr sz="4000" b="1" i="0" dirty="0" err="1">
                <a:solidFill>
                  <a:srgbClr val="C2661F"/>
                </a:solidFill>
                <a:latin typeface="Arial"/>
              </a:rPr>
              <a:t>opcional</a:t>
            </a:r>
            <a:endParaRPr sz="4000" b="1" i="0" dirty="0">
              <a:solidFill>
                <a:srgbClr val="C2661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19006" y="5524195"/>
            <a:ext cx="20437199" cy="649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 i="0" dirty="0">
                <a:solidFill>
                  <a:srgbClr val="333333"/>
                </a:solidFill>
                <a:latin typeface="Georgia"/>
              </a:rPr>
              <a:t>Nombre Apellido¹, Nombre Apellido², Nombre </a:t>
            </a:r>
            <a:r>
              <a:rPr sz="4000" b="0" i="0" dirty="0" err="1">
                <a:solidFill>
                  <a:srgbClr val="333333"/>
                </a:solidFill>
                <a:latin typeface="Georgia"/>
              </a:rPr>
              <a:t>Apellido</a:t>
            </a:r>
            <a:r>
              <a:rPr lang="en-NO" sz="4000" b="0" i="0" dirty="0">
                <a:solidFill>
                  <a:srgbClr val="333333"/>
                </a:solidFill>
                <a:latin typeface="Georgia"/>
              </a:rPr>
              <a:t>¹*</a:t>
            </a:r>
            <a:endParaRPr sz="4000" b="0" i="0" dirty="0">
              <a:solidFill>
                <a:srgbClr val="333333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919006" y="6468395"/>
            <a:ext cx="20437199" cy="1402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¹Facultad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Ciencias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Imaginarias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Universidad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Algún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Lugar, País</a:t>
            </a: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²Instituto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Ejemplos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Genéricos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Ciudad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Ficticia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*Autor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correspondencia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: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correo@ejemplo.py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</p:txBody>
      </p:sp>
      <p:pic>
        <p:nvPicPr>
          <p:cNvPr id="6" name="Picture 5" descr="logo_solabim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03" y="2873963"/>
            <a:ext cx="4290000" cy="4680000"/>
          </a:xfrm>
          <a:prstGeom prst="rect">
            <a:avLst/>
          </a:prstGeom>
        </p:spPr>
      </p:pic>
      <p:pic>
        <p:nvPicPr>
          <p:cNvPr id="7" name="Picture 6" descr="logo_header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8208" y="4000009"/>
            <a:ext cx="4335000" cy="3060000"/>
          </a:xfrm>
          <a:prstGeom prst="rect">
            <a:avLst/>
          </a:prstGeom>
        </p:spPr>
      </p:pic>
      <p:sp>
        <p:nvSpPr>
          <p:cNvPr id="8" name="Round Diagonal Corner Rectangle 7"/>
          <p:cNvSpPr/>
          <p:nvPr/>
        </p:nvSpPr>
        <p:spPr>
          <a:xfrm>
            <a:off x="540000" y="9216000"/>
            <a:ext cx="14148000" cy="9977693"/>
          </a:xfrm>
          <a:prstGeom prst="round2DiagRect">
            <a:avLst>
              <a:gd name="adj1" fmla="val 3186"/>
              <a:gd name="adj2" fmla="val 3186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4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Motivación</a:t>
            </a:r>
            <a:r>
              <a:rPr sz="4800" b="1" i="0" dirty="0">
                <a:solidFill>
                  <a:srgbClr val="1C6EA8"/>
                </a:solidFill>
                <a:latin typeface="Arial"/>
              </a:rPr>
              <a:t> / </a:t>
            </a:r>
            <a:r>
              <a:rPr sz="4800" b="1" i="0" dirty="0" err="1">
                <a:solidFill>
                  <a:srgbClr val="1C6EA8"/>
                </a:solidFill>
                <a:latin typeface="Arial"/>
              </a:rPr>
              <a:t>Introducción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213" y="10992878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Presente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aquí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contexto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motivación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: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problema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abordado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su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relevancia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dentro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biología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antecedentes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más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importantes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213" y="13098550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Lorem ipsum dolor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adipiscing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elit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sed do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eiusmod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tempor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incididunt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labore et dolore magna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Ut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ad minim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veniam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quis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nostrud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exercitation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ullamco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laboris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nisi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aliquip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commodo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consequat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213" y="15737731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Vacío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conocimiento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motiva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Duis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irure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reprehenderit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esse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cillum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eu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fugiat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nulla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pariatur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3" name="Round Diagonal Corner Rectangle 12"/>
          <p:cNvSpPr/>
          <p:nvPr/>
        </p:nvSpPr>
        <p:spPr>
          <a:xfrm>
            <a:off x="539213" y="19894905"/>
            <a:ext cx="14148000" cy="3974886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3213" y="2035860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Objetivos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43213" y="21468196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general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</p:txBody>
      </p:sp>
      <p:sp>
        <p:nvSpPr>
          <p:cNvPr id="16" name="Round Diagonal Corner Rectangle 15"/>
          <p:cNvSpPr/>
          <p:nvPr/>
        </p:nvSpPr>
        <p:spPr>
          <a:xfrm>
            <a:off x="539213" y="24571003"/>
            <a:ext cx="14148000" cy="13329345"/>
          </a:xfrm>
          <a:prstGeom prst="round2DiagRect">
            <a:avLst>
              <a:gd name="adj1" fmla="val 2595"/>
              <a:gd name="adj2" fmla="val 2595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3213" y="25014683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Metodología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3213" y="26211396"/>
            <a:ext cx="13140000" cy="1086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Describa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enfoque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algoritmos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utilizados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13" y="27552976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13" y="30027173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Diseño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estudio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/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propuesto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Fuentes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parámetros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Herramientas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métodos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análisis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pic>
        <p:nvPicPr>
          <p:cNvPr id="21" name="Picture 20" descr="equation_sir.png"/>
          <p:cNvPicPr>
            <a:picLocks noChangeAspect="1"/>
          </p:cNvPicPr>
          <p:nvPr/>
        </p:nvPicPr>
        <p:blipFill>
          <a:blip r:embed="rId4"/>
          <a:srcRect l="33265" r="33302"/>
          <a:stretch>
            <a:fillRect/>
          </a:stretch>
        </p:blipFill>
        <p:spPr>
          <a:xfrm>
            <a:off x="5959668" y="33372360"/>
            <a:ext cx="3307090" cy="35841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44000" y="37173003"/>
            <a:ext cx="1314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 err="1">
                <a:solidFill>
                  <a:srgbClr val="F19651"/>
                </a:solidFill>
                <a:latin typeface="Georgia"/>
              </a:rPr>
              <a:t>Ejemplo</a:t>
            </a:r>
            <a:r>
              <a:rPr sz="2400" b="1" dirty="0">
                <a:solidFill>
                  <a:srgbClr val="F19651"/>
                </a:solidFill>
                <a:latin typeface="Georgia"/>
              </a:rPr>
              <a:t>: </a:t>
            </a:r>
            <a:r>
              <a:rPr lang="en-US" sz="2400" b="1" dirty="0">
                <a:solidFill>
                  <a:srgbClr val="000000"/>
                </a:solidFill>
                <a:latin typeface="Georgia"/>
              </a:rPr>
              <a:t>M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odelo SIR de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dinámica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epidémica</a:t>
            </a:r>
            <a:endParaRPr sz="2400" b="1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23" name="Round Diagonal Corner Rectangle 22"/>
          <p:cNvSpPr/>
          <p:nvPr/>
        </p:nvSpPr>
        <p:spPr>
          <a:xfrm>
            <a:off x="15588000" y="9215999"/>
            <a:ext cx="14148000" cy="16703129"/>
          </a:xfrm>
          <a:prstGeom prst="round2DiagRect">
            <a:avLst>
              <a:gd name="adj1" fmla="val 1792"/>
              <a:gd name="adj2" fmla="val 1792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92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Resultados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91213" y="10709040"/>
            <a:ext cx="13140000" cy="519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Presente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resultados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principales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apoyados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figuras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tablas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1213" y="11516799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Nemo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sp>
        <p:nvSpPr>
          <p:cNvPr id="27" name="Round Diagonal Corner Rectangle 26"/>
          <p:cNvSpPr/>
          <p:nvPr/>
        </p:nvSpPr>
        <p:spPr>
          <a:xfrm>
            <a:off x="18812322" y="13621636"/>
            <a:ext cx="7699355" cy="3600000"/>
          </a:xfrm>
          <a:prstGeom prst="round2DiagRect">
            <a:avLst>
              <a:gd name="adj1" fmla="val 7000"/>
              <a:gd name="adj2" fmla="val 7000"/>
            </a:avLst>
          </a:prstGeom>
          <a:solidFill>
            <a:srgbClr val="F4F8FB"/>
          </a:solidFill>
          <a:ln w="19050">
            <a:solidFill>
              <a:srgbClr val="1C6E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500">
                <a:solidFill>
                  <a:srgbClr val="1C6EA8"/>
                </a:solidFill>
                <a:latin typeface="Georgia"/>
              </a:rPr>
              <a:t>Espacio para figura principal
(gráfico, mapa, simulación, etc.)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92000" y="17277260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Figura: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del resultado.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92000" y="18229387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Tabla: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 la tabla.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027515"/>
              </p:ext>
            </p:extLst>
          </p:nvPr>
        </p:nvGraphicFramePr>
        <p:xfrm>
          <a:off x="16092000" y="18723906"/>
          <a:ext cx="13140000" cy="216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Valor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IC 95%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3.14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(3.10, 3.18)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2.72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(2.68, 2.76)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0.007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 dirty="0" err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 3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1.62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(1.58, 1.66)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0.042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6091213" y="21726403"/>
            <a:ext cx="13140000" cy="35821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fugit, sed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consequuntur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magni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Neque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porro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quisquam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est, qui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ipsum quia dolor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adipisci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2" name="Round Diagonal Corner Rectangle 31"/>
          <p:cNvSpPr/>
          <p:nvPr/>
        </p:nvSpPr>
        <p:spPr>
          <a:xfrm>
            <a:off x="15588000" y="26679046"/>
            <a:ext cx="14148000" cy="3483674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092000" y="27036742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Conclusiones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6091213" y="27985027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Proyecciones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futuro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15588000" y="30770805"/>
            <a:ext cx="14148000" cy="3161340"/>
          </a:xfrm>
          <a:prstGeom prst="round2DiagRect">
            <a:avLst>
              <a:gd name="adj1" fmla="val 7971"/>
              <a:gd name="adj2" fmla="val 7971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92000" y="3127480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Referencias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092000" y="322638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[1]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2000" y="326999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[2]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&amp;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92000" y="331360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Georgia"/>
              </a:rPr>
              <a:t>[3] Apellido, N., Apellido, N. &amp; Apellido, N. (Año). Título del artículo. Revista, vol(núm), páginas.</a:t>
            </a:r>
          </a:p>
        </p:txBody>
      </p:sp>
      <p:sp>
        <p:nvSpPr>
          <p:cNvPr id="40" name="Round Diagonal Corner Rectangle 39"/>
          <p:cNvSpPr/>
          <p:nvPr/>
        </p:nvSpPr>
        <p:spPr>
          <a:xfrm>
            <a:off x="15588000" y="34707749"/>
            <a:ext cx="14148000" cy="3192599"/>
          </a:xfrm>
          <a:prstGeom prst="round2DiagRect">
            <a:avLst>
              <a:gd name="adj1" fmla="val 7893"/>
              <a:gd name="adj2" fmla="val 789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2000" y="3532558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Agradecimientos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92000" y="36314624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Financiamiento, institución o colegas a reconocer.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92000" y="3680914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Ut enim ad minim veniam, quis nostrud exercitation ullamco laboris nisi ut aliquip ex ea commodo consequat.</a:t>
            </a:r>
          </a:p>
        </p:txBody>
      </p:sp>
      <p:sp>
        <p:nvSpPr>
          <p:cNvPr id="44" name="Round Diagonal Corner Rectangle 43"/>
          <p:cNvSpPr/>
          <p:nvPr/>
        </p:nvSpPr>
        <p:spPr>
          <a:xfrm>
            <a:off x="540000" y="38780326"/>
            <a:ext cx="29196000" cy="3483674"/>
          </a:xfrm>
          <a:prstGeom prst="round2DiagRect">
            <a:avLst>
              <a:gd name="adj1" fmla="val 7777"/>
              <a:gd name="adj2" fmla="val 7777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44000" y="39276000"/>
            <a:ext cx="28188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0" i="1">
                <a:solidFill>
                  <a:srgbClr val="333333"/>
                </a:solidFill>
                <a:latin typeface="Georgia"/>
              </a:rPr>
              <a:t>Esta franja es opcional: puede usarla para agregar más logos, información adicional, un código QR, etc., o eliminarla por completo si no la necesita.</a:t>
            </a:r>
          </a:p>
        </p:txBody>
      </p:sp>
      <p:pic>
        <p:nvPicPr>
          <p:cNvPr id="46" name="Picture 45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7000" y="39962880"/>
            <a:ext cx="2805000" cy="1980000"/>
          </a:xfrm>
          <a:prstGeom prst="rect">
            <a:avLst/>
          </a:prstGeom>
        </p:spPr>
      </p:pic>
      <p:pic>
        <p:nvPicPr>
          <p:cNvPr id="47" name="Picture 46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4000" y="39962880"/>
            <a:ext cx="2805000" cy="19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569</Words>
  <Application>Microsoft Macintosh PowerPoint</Application>
  <PresentationFormat>Custom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Jhabriel Varela</cp:lastModifiedBy>
  <cp:revision>4</cp:revision>
  <dcterms:created xsi:type="dcterms:W3CDTF">2013-01-27T09:14:16Z</dcterms:created>
  <dcterms:modified xsi:type="dcterms:W3CDTF">2026-08-30T21:52:34Z</dcterms:modified>
  <cp:category/>
</cp:coreProperties>
</file>